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2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97200" y="1986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WEB IC TRAINER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209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</a:rPr>
              <a:t>A browser-based digital logic lab for fast TTL circuit learning and prototyping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49640" y="1901952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4FDF71-F3FC-1E0F-D87A-E216AAEB9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Students struggle to move from Boolean theory to practical IC wiring and debugging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019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Key Challenges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249424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1) Lab hardware is limited and not always accessible.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2) Manual breadboard debugging consumes time.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3) Simulation tools are often heavy, expensive, or hard to learn.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4) Students do not get instant visibility into signal behavior.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9400" y="17373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9019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Our Problem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249424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How might we give learners a fast, low-cost, browser-first platform to design, wire, simulate, and validate TTL logic circuits with immediate feedback?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3794760"/>
            <a:ext cx="4800600" cy="2057400"/>
          </a:xfrm>
          <a:prstGeom prst="roundRect">
            <a:avLst>
              <a:gd name="adj" fmla="val 3556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9593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Target 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4306824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Electronics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Faculty and lab instructors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Hackathon builders and hardware clubs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Solution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Web IC Trainer turns circuit design, verification, and export into one integrated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652760" cy="1097280"/>
          </a:xfrm>
          <a:prstGeom prst="roundRect">
            <a:avLst/>
          </a:prstGeom>
          <a:solidFill>
            <a:srgbClr val="0B3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031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Single browser app combining IC placement, wiring, simulation, waveform analysis, and code generation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19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666744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Add TTL ICs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Connect pins using drag/drop or click mode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Use trainer rails and I/O resources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31546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319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Simulate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666744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Run logic engine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Observe outputs (LED/BCD)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Track timing behavior with waveform viewer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31546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319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 &amp; Reuse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3666744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Export Arduino/Python/C++/Verilog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Generate truth 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Save/load full circuit JSON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Complete Feature Coverage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Core features included in this hackathon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972800" cy="4480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TTL IC placement on 4 sockets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Dual wiring modes (drag/drop + click)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Power rails, clock outputs, mono pulse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Input switches, LEDs, BCD display support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Preset experiments and custom save/load JSON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Boolean expression to auto-build circuit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Truth table generator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Waveform viewer with CSV export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Code generation: Arduino, Python, C/C++, Verilog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One-click IC datasheet access in Add IC modal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Key Features 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Feature mechanics and internal behavior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019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 IC + Datasheet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9424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User picks socket and IC type.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Metadata is loaded from registry.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Datasheet URLs are mapped in UI and opened in a new tab.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019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Boolean Expression Builder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249424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Expression parser supports OR(+), AND(.), NOT('), XOR(^), and implicit AND.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System auto-places compatible gates and creates connections.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1737360"/>
            <a:ext cx="3154680" cy="2240280"/>
          </a:xfrm>
          <a:prstGeom prst="roundRect">
            <a:avLst>
              <a:gd name="adj" fmla="val 3265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901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Truth Table Generator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249424"/>
            <a:ext cx="2743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Reads combinational behavior from active wiring graph.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Evaluates all input combinations and renders outputs for analysis.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10835640" cy="2057400"/>
          </a:xfrm>
          <a:prstGeom prst="roundRect">
            <a:avLst>
              <a:gd name="adj" fmla="val 3556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25112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Waveform + Code Export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672584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Waveform viewer captures channel transitions over time with controls (Run/Pause/Stop/Clear).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Code generator emits implementation-ready logic for selected target language.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Diagram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Modular client-side architecture with clear separation of concerns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194560" cy="914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UI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(ui.js)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377440" cy="9144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1214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Wiring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(wiring-engine.js)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468880" cy="91440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214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Simulation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(simulation.js)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920240"/>
            <a:ext cx="2286000" cy="914400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1214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IC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(ttl-chip.js + implementations)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3886200"/>
            <a:ext cx="2743200" cy="914400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087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IC Registry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(ic-registration + ic-registry)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886200"/>
            <a:ext cx="2651760" cy="9144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087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Clock Manager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(clock-manager.js)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2468880" cy="91440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873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Persistence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(JSON Save/Load)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71800" y="2377440"/>
            <a:ext cx="3657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06440" y="2377440"/>
            <a:ext cx="3657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32520" y="2377440"/>
            <a:ext cx="3200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2880360"/>
            <a:ext cx="0" cy="9144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2880360"/>
            <a:ext cx="0" cy="9144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65960" y="2880360"/>
            <a:ext cx="0" cy="9144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55080" y="4343400"/>
            <a:ext cx="4114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Simulation Flowchart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How user actions become stable logic outputs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874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User 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(Add IC / Wire / Toggle Input)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69748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8346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Update Circuit State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(ICs, wires, pins)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365760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3794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Build/Update Node 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(merge connected pins)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461772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47548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Run Logic 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(apply IC behavior)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5577840"/>
            <a:ext cx="5394960" cy="658368"/>
          </a:xfrm>
          <a:prstGeom prst="roundRect">
            <a:avLst>
              <a:gd name="adj" fmla="val 6944"/>
            </a:avLst>
          </a:prstGeom>
          <a:solidFill>
            <a:srgbClr val="1453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57150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Refresh UI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(LED, BCD, waveform)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3355848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4315968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5276088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User Journey Flowchart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End-to-end flow from idea to verifiable output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645920" cy="8229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90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Select 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834640"/>
            <a:ext cx="1737360" cy="8229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0906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Wire Circuit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834640"/>
            <a:ext cx="1828800" cy="82296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090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Run Simulation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834640"/>
            <a:ext cx="1737360" cy="822960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0906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Check Outputs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2834640"/>
            <a:ext cx="1920240" cy="82296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3090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Analyze Waveform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24612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324612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24612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0" y="3246120"/>
            <a:ext cx="228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11680" y="4069080"/>
            <a:ext cx="8138160" cy="1508760"/>
          </a:xfrm>
          <a:prstGeom prst="roundRect">
            <a:avLst>
              <a:gd name="adj" fmla="val 4848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233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Optional Branches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581144"/>
            <a:ext cx="7726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Generate Truth Table -&gt; Export Code -&gt; Save 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Load JSON/Preset -&gt; Re-run -&gt; Compare outputs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 Stack And Module Ownership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Lightweight static app architecture for fast delivery and easy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49424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HTML + CSS + Vanilla JavaScript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No heavy build chain required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Simulation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249424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Node graph resolution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TTL behavior modeling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Clock and pulse integration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73736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Persistence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2249424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Schema: ic-trainer-circuit-v1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Save/load complete state JSON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76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123944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Arduino, Python, C/C++, Verilog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CSV export from waveform viewer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76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123944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Static hosting ready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Works on local server or Vercel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Hackathon Execution Timeline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How the solution was built in rapid iterations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2057400" cy="24688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Board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Sockets, IC placement, basic wiring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2240280"/>
            <a:ext cx="2057400" cy="24688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Logic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Node mapping + IC behavior evaluation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2240280"/>
            <a:ext cx="2057400" cy="246888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Phase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Learning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Expression builder + truth table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2240280"/>
            <a:ext cx="2057400" cy="2468880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Phase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Validation Tools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Waveform viewer + presets + JSON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0" y="2240280"/>
            <a:ext cx="2057400" cy="246888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Phase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955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 Tools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9556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</a:rPr>
              <a:t>Multi-language code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Expected Impact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Educational value and practical adoption outcomes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933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Student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40864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Faster concept clarity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Hands-on virtual lab practice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Lower fear of wiring mistakes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933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Instructor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340864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Demo-ready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Reusable experiments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Easy preset sharing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F2937">
              <a:alpha val="9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9933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Hackathon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340864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Clear problem-solution fit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Working prototype with depth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Scalable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835640" cy="1371600"/>
          </a:xfrm>
          <a:prstGeom prst="roundRect">
            <a:avLst/>
          </a:prstGeom>
          <a:solidFill>
            <a:srgbClr val="0B3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Success Indicators: completed experiments, reduced setup time, stronger logic debugging skills, and higher engagement in digital design labs.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Roadmap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Post-hackathon execution 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46120" cy="4114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Next 30 Days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697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Add more IC families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More guided lab presets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Improve waveform UX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1828800"/>
            <a:ext cx="3246120" cy="41148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03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Next 60 Days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560320"/>
            <a:ext cx="2697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Simulation test harness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Deterministic replay mode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Classroom activity templates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3246120" cy="4114800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103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Next 90 Days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2560320"/>
            <a:ext cx="2697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Collaboration sharing links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Assignment and grading hooks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</a:rPr>
              <a:t>LMS integration exploration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Web IC Trainer is ready for live demo.</a:t>
            </a:r>
            <a:br>
              <a:rPr lang="en-US" sz="2000" b="1" dirty="0">
                <a:solidFill>
                  <a:srgbClr val="38BDF8"/>
                </a:solidFill>
              </a:rPr>
            </a:b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12280" y="2057400"/>
            <a:ext cx="4343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5624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840</Words>
  <Application>Microsoft Office PowerPoint</Application>
  <PresentationFormat>Widescreen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Web IC Trainer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IC Trainer - Hackathon Presentation</dc:title>
  <dc:subject>Hackathon Project Deck</dc:subject>
  <dc:creator>Web IC Trainer Team</dc:creator>
  <cp:lastModifiedBy>ADVAITH ARYA G</cp:lastModifiedBy>
  <cp:revision>2</cp:revision>
  <dcterms:created xsi:type="dcterms:W3CDTF">2026-03-27T00:57:01Z</dcterms:created>
  <dcterms:modified xsi:type="dcterms:W3CDTF">2026-03-27T03:13:11Z</dcterms:modified>
</cp:coreProperties>
</file>