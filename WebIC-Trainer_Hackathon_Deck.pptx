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789920" cy="4389120"/>
          </a:xfrm>
          <a:prstGeom prst="roundRect">
            <a:avLst>
              <a:gd name="adj" fmla="val 2083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ECF5"/>
                </a:solidFill>
              </a:rPr>
              <a:t>WebIC-Trainer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41"/>
                </a:solidFill>
              </a:rPr>
              <a:t>Instant Digital Logic Simulation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BBD0"/>
                </a:solidFill>
              </a:rPr>
              <a:t>Design, test, waveform-analyze, and export TTL circuits in the browser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FF"/>
                </a:solidFill>
              </a:rPr>
              <a:t>Live: webictrainer.vercel.app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Why current digital logic training and prototyping is painful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72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High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Breadboards, TTL ICs, meters, and consumables make learning expensive.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572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Limited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472" y="19202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Lab time, hardware availability, and setup overhead block iteration.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572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Error-Prone Wiring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6832" y="19202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Physical mistakes are common and hard to debug for beginners.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72600" y="146304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5727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Poor Collaboration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37192" y="19202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Hard to share, version, and review physical circuits quickly.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70332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81304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Validation Gap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416052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No immediate feedback loop for truth tables, waveforms, and correctness checks.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703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8130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Code Export Gap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5392" y="41605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Converting validated logic into Arduino/Python/C++/Verilog is mostly manual.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Browser-native simulator for rapid logic iteration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5943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E7ECF5"/>
                </a:solidFill>
              </a:rPr>
              <a:t>Zero setup: open browser and start immediately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E7ECF5"/>
                </a:solidFill>
              </a:rPr>
              <a:t>Real-time simulation with instant visual feedback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E7ECF5"/>
                </a:solidFill>
              </a:rPr>
              <a:t>Flexible wiring: drag-drop or click-connect modes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E7ECF5"/>
                </a:solidFill>
              </a:rPr>
              <a:t>Built-in truth tables, waveform viewer, and presets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E7ECF5"/>
                </a:solidFill>
              </a:rPr>
              <a:t>One-click exports: Arduino, Python, C++, Verilog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E7ECF5"/>
                </a:solidFill>
              </a:rPr>
              <a:t>JSON save/load for sharing and collaboration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41"/>
                </a:solidFill>
              </a:rPr>
              <a:t>Value Proposition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240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F5"/>
                </a:solidFill>
              </a:rPr>
              <a:t>From idea to validated logic to deployable code in minutes, not days.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3154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0"/>
                </a:solidFill>
              </a:rPr>
              <a:t>Audience: students, educators, makers, engineers, hackathon teams.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40690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Core metrics: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18 TTL 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4 IC sockets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Unlimited wires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5 clock outputs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Deep Dive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What users can do end-to-end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IC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Place chips, browse categories, open datasheets, and configure sockets quickly.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Wiring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0872" y="2011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Drag/drop + click-connect modes with validation and visual feedback.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554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Boolean Builder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85632" y="2011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Enter expressions like F=(A+B).C and auto-build circuits.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9959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Truth Tables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4343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Generate exhaustive combinations and export CSV instantly.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39959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Waveform Viewer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0872" y="4343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Capture channels, inspect timing, pan/zoom, export traces.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39959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Code Generation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85632" y="4343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Export logic to Arduino, Python, C++, and Verilog.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Modular layered design for maintainability and 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161D27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UI Layer (ui.js)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5544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DOM, events, rendering, modals, interactions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" y="2130552"/>
            <a:ext cx="9747504" cy="566928"/>
          </a:xfrm>
          <a:prstGeom prst="roundRect">
            <a:avLst>
              <a:gd name="adj" fmla="val 9677"/>
            </a:avLst>
          </a:prstGeom>
          <a:solidFill>
            <a:srgbClr val="1A212D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267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Core Engines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2267712"/>
            <a:ext cx="5815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wiring-engine.js, simulation.js, clock-manager.js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33856" y="2843784"/>
            <a:ext cx="9528048" cy="566928"/>
          </a:xfrm>
          <a:prstGeom prst="roundRect">
            <a:avLst>
              <a:gd name="adj" fmla="val 9677"/>
            </a:avLst>
          </a:prstGeom>
          <a:solidFill>
            <a:srgbClr val="161D27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2980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IC Registry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980944"/>
            <a:ext cx="5596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ic-registration.js + ic-registry.js metadata and lookup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43584" y="3557016"/>
            <a:ext cx="9308592" cy="566928"/>
          </a:xfrm>
          <a:prstGeom prst="roundRect">
            <a:avLst>
              <a:gd name="adj" fmla="val 9677"/>
            </a:avLst>
          </a:prstGeom>
          <a:solidFill>
            <a:srgbClr val="1A212D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36941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IC Behaviors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694176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ic-implementations.js for 7400-series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53312" y="4270248"/>
            <a:ext cx="9089136" cy="566928"/>
          </a:xfrm>
          <a:prstGeom prst="roundRect">
            <a:avLst>
              <a:gd name="adj" fmla="val 9677"/>
            </a:avLst>
          </a:prstGeom>
          <a:solidFill>
            <a:srgbClr val="161D27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7632" y="4407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Chip 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407408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ttl-chip.js: pins, power, state, delay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63040" y="4983480"/>
            <a:ext cx="8869680" cy="566928"/>
          </a:xfrm>
          <a:prstGeom prst="roundRect">
            <a:avLst>
              <a:gd name="adj" fmla="val 9677"/>
            </a:avLst>
          </a:prstGeom>
          <a:solidFill>
            <a:srgbClr val="1A212D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Storage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5120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Local/session storage and circuit JSON persistence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TTL IC Library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18 chips across core digital logic categories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30352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</a:rPr>
                        <a:t>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Logic Gates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74LS00, 74LS02, 74LS04, 74LS08, 74LS32, 74LS86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NAND, NOR, NOT, AND, OR, XOR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Flip-Flops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74LS74, 74LS76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D and JK sequential logic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Counters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74LS90, 74LS93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Decade and binary counters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Decoders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74LS138, 74LS47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3-to-8, BCD-to-7-segment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Multiplexers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74LS151, 74LS153, 74LS157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Data selection and routing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Arithmetic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74LS283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CF5"/>
                          </a:solidFill>
                        </a:rPr>
                        <a:t>4-bit binary addition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Export Targets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Circuit-to-code bridge for real hardware and simulation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Arduino C++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Pin-mapped sketch generation for microcontroller prototyping.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55448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Python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67912" y="201168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Fast simulation scripts and test harness generation.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55448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C/C++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9712" y="201168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Portable logic functions and embedded integration.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46920" y="155448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1512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Verilog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11512" y="2011680"/>
            <a:ext cx="160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FPGA-ready hardware description output.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10744200" cy="1920240"/>
          </a:xfrm>
          <a:prstGeom prst="roundRect">
            <a:avLst>
              <a:gd name="adj" fmla="val 381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CF5"/>
                </a:solidFill>
              </a:rPr>
              <a:t>Export Flow: Select target ? map pins/settings ? auto-generate code ? copy/download ? run on target platform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Storyboard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2-minute walkthrough for judges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6035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1) Add IC: choose 74LS08 and open datasheet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2) Wire inputs to IC pins using drag-drop/click-connect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3) Toggle power and observe LED outputs in real time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4) Open waveform viewer and capture active channels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5) Generate and copy Arduino/Python/Verilog code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6) Save circuit as JSON and reload instantly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41"/>
                </a:solidFill>
              </a:rPr>
              <a:t>Demo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2402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0"/>
                </a:solidFill>
              </a:rPr>
              <a:t>Keep one prepared preset loaded so judges can see full signal flow and export within 60 seconds.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365760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Optional visual insert area: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App screenshot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Waveform panel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</a:rPr>
              <a:t>? Export dialog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Voice (Pilot Feedback)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Early qualitative signals across learners and builders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642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?I understood counters and flip-flops in one session because feedback was instant.?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642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Educator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0872" y="20116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?Perfect for labs where hardware access is limited. Students iterate faster and submit cleaner logic.?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55448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6642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Maker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85632" y="20116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?I validated gate logic online and moved to breadboard with fewer wiring mistakes.?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8FF"/>
                </a:solidFill>
              </a:rPr>
              <a:t>Outcome: lower friction, shorter debug cycles, and clearer understanding of digital logic behavior.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Education + prototyping + maker ecosystem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7ECF5"/>
                </a:solidFill>
              </a:rPr>
              <a:t>Primary: universities, high schools, bootcamps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7ECF5"/>
                </a:solidFill>
              </a:rPr>
              <a:t>Secondary: makers, hobbyists, hackathon teams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7ECF5"/>
                </a:solidFill>
              </a:rPr>
              <a:t>Professional: embedded and digital design engineers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7ECF5"/>
                </a:solidFill>
              </a:rPr>
              <a:t>Delivery: browser-first, globally accessible, no install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1554480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41"/>
                </a:solidFill>
              </a:rPr>
              <a:t>Growth Path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</a:rPr>
              <a:t>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368296"/>
            <a:ext cx="2386584" cy="20116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</a:rPr>
              <a:t>Makers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145536"/>
            <a:ext cx="1723644" cy="20116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</a:rPr>
              <a:t>Engineers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922776"/>
            <a:ext cx="1325880" cy="201168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4663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</a:rPr>
              <a:t>Educators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700016"/>
            <a:ext cx="1909267" cy="201168"/>
          </a:xfrm>
          <a:prstGeom prst="rect">
            <a:avLst/>
          </a:prstGeom>
          <a:solidFill>
            <a:srgbClr val="49A5FF"/>
          </a:solidFill>
          <a:ln w="12700">
            <a:solidFill>
              <a:srgbClr val="49A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From solid core to community and enterprise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560320" cy="3566160"/>
          </a:xfrm>
          <a:prstGeom prst="roundRect">
            <a:avLst>
              <a:gd name="adj" fmla="val 250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41"/>
                </a:solidFill>
              </a:rPr>
              <a:t>Q1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Core Stability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0"/>
                </a:solidFill>
              </a:rPr>
              <a:t>Simulation reliability, wiring UX, export quality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560320" cy="3566160"/>
          </a:xfrm>
          <a:prstGeom prst="roundRect">
            <a:avLst>
              <a:gd name="adj" fmla="val 250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41"/>
                </a:solidFill>
              </a:rPr>
              <a:t>Q2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22192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Mobile UX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0632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0"/>
                </a:solidFill>
              </a:rPr>
              <a:t>Touch-first interactions and responsive workflow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2560320" cy="3566160"/>
          </a:xfrm>
          <a:prstGeom prst="roundRect">
            <a:avLst>
              <a:gd name="adj" fmla="val 250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41"/>
                </a:solidFill>
              </a:rPr>
              <a:t>Q3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56832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Community Library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30632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0"/>
                </a:solidFill>
              </a:rPr>
              <a:t>Preset marketplace and shareable templates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1920240"/>
            <a:ext cx="2560320" cy="3566160"/>
          </a:xfrm>
          <a:prstGeom prst="roundRect">
            <a:avLst>
              <a:gd name="adj" fmla="val 250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41"/>
                </a:solidFill>
              </a:rPr>
              <a:t>Q4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491472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FF"/>
                </a:solidFill>
              </a:rPr>
              <a:t>Collaboration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0" y="30632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0"/>
                </a:solidFill>
              </a:rPr>
              <a:t>Multi-user sessions, cloud sync, classroom tooling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&amp;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Lean implementation with practical 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Vanilla JavaScript (ES6+), HTML5, CSS3, Canvas API, LocalStorage/SessionStorage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20116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Vercel static hosting, global CDN, HTTPS, no backend requirement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FF"/>
                </a:solidFill>
              </a:rPr>
              <a:t>Compatibility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1312" y="20116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</a:rPr>
              <a:t>Chrome, Firefox, Edge, Safari, and modern mobile browsers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840480"/>
          <a:ext cx="1033272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F41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F41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Bundle size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~75 KB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Time to interactive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&lt; 500 ms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Simulation/render loop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30?60 FPS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Waveform sample rate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Up to 10 kHz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Supported IC sockets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2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Success Pattern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Idea to demo-ready implementation in hours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Hour 1: Model logic and place ICs in browser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Hour 2: Validate outputs via truth table + LEDs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Hour 3: Inspect timing in waveform viewer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Hour 4: Export target code and test on hardware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E7ECF5"/>
                </a:solidFill>
              </a:rPr>
              <a:t>Hour 5+: Iterate quickly with JSON save/load and presets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0"/>
            <a:ext cx="4480560" cy="731520"/>
          </a:xfrm>
          <a:prstGeom prst="chevron">
            <a:avLst/>
          </a:prstGeom>
          <a:solidFill>
            <a:srgbClr val="1D2531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221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</a:rPr>
              <a:t>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2926080"/>
            <a:ext cx="4480560" cy="731520"/>
          </a:xfrm>
          <a:prstGeom prst="chevron">
            <a:avLst/>
          </a:prstGeom>
          <a:solidFill>
            <a:srgbClr val="1D2531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</a:rPr>
              <a:t>Validate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3840480"/>
            <a:ext cx="4480560" cy="731520"/>
          </a:xfrm>
          <a:prstGeom prst="chevron">
            <a:avLst/>
          </a:prstGeom>
          <a:solidFill>
            <a:srgbClr val="1D2531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40507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</a:rPr>
              <a:t>Export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4754880"/>
            <a:ext cx="4480560" cy="731520"/>
          </a:xfrm>
          <a:prstGeom prst="chevron">
            <a:avLst/>
          </a:prstGeom>
          <a:solidFill>
            <a:srgbClr val="1D2531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4965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</a:rPr>
              <a:t>Demo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 to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0"/>
                </a:solidFill>
              </a:rPr>
              <a:t>Try it now and build your first digital logic prototype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0"/>
            <a:ext cx="10149840" cy="4389120"/>
          </a:xfrm>
          <a:prstGeom prst="roundRect">
            <a:avLst>
              <a:gd name="adj" fmla="val 2083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031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41"/>
                </a:solidFill>
              </a:rPr>
              <a:t>Try WebIC-Trainer Live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9718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8FF"/>
                </a:solidFill>
              </a:rPr>
              <a:t>https://webictrainer.vercel.app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61188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BD0"/>
                </a:solidFill>
              </a:rPr>
              <a:t>Open source ? Browser-native ? Education-ready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</a:rPr>
              <a:t>Next: pilot with classrooms, maker labs, and hackathon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95935" cy="6858000"/>
          </a:xfrm>
          <a:prstGeom prst="rect">
            <a:avLst/>
          </a:prstGeom>
          <a:solidFill>
            <a:srgbClr val="0D1016"/>
          </a:solidFill>
          <a:ln w="12700">
            <a:solidFill>
              <a:srgbClr val="0D10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10332720" cy="4480560"/>
          </a:xfrm>
          <a:prstGeom prst="roundRect">
            <a:avLst>
              <a:gd name="adj" fmla="val 2041"/>
            </a:avLst>
          </a:prstGeom>
          <a:solidFill>
            <a:srgbClr val="171B22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288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7ECF5"/>
                </a:solidFill>
              </a:rPr>
              <a:t>Q &amp; 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188720" y="28803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8FF"/>
                </a:solidFill>
              </a:rPr>
              <a:t>Thank you for your time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BBD0"/>
                </a:solidFill>
              </a:rPr>
              <a:t>Contact: webictrainer.vercel.app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A1"/>
                </a:solidFill>
              </a:rPr>
              <a:t>WebIC-Trainer | Hackathon Deck |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WebIC-Trainer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WebIC-Trainer: Instant Digital Logic Simulation</dc:title>
  <dc:subject>Hackathon Presentation</dc:subject>
  <dc:creator>WebIC-Trainer Team</dc:creator>
  <cp:lastModifiedBy>WebIC-Trainer Team</cp:lastModifiedBy>
  <cp:revision>1</cp:revision>
  <dcterms:created xsi:type="dcterms:W3CDTF">2026-03-26T23:16:05Z</dcterms:created>
  <dcterms:modified xsi:type="dcterms:W3CDTF">2026-03-26T23:16:05Z</dcterms:modified>
</cp:coreProperties>
</file>